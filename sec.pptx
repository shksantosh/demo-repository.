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DD4DD-ADD4-43C6-BD3D-5931F81D6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27335-DB93-42A7-8EA7-EACF64138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F3730-3AF3-4533-A7DA-FAE0067BF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A092-1A00-4F2D-B76E-07E69286229F}" type="datetimeFigureOut">
              <a:rPr lang="en-IN" smtClean="0"/>
              <a:t>15-09-2021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60941-1958-4F52-8BCB-B626A059E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E82D2-D376-4670-892E-32E7E623A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5558-F36C-4613-B39F-E49187A5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618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77729-FB56-4947-B69D-AE53EBD11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61A77-EE11-4D4C-9B2B-0706C92F8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1BBD8-D94A-4B10-99B6-CDA9EBC06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A092-1A00-4F2D-B76E-07E69286229F}" type="datetimeFigureOut">
              <a:rPr lang="en-IN" smtClean="0"/>
              <a:t>15-09-2021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CED85-9A83-41F6-8B54-5F4D8786F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7ABF4-B47E-432D-98D9-D50B7AE81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5558-F36C-4613-B39F-E49187A5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447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ECB68-98E1-4241-B641-E79A8142A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CAD6D-0470-4672-B097-FFC91B4F2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B6483-0F5C-4D38-BCCF-9FCD2996F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A092-1A00-4F2D-B76E-07E69286229F}" type="datetimeFigureOut">
              <a:rPr lang="en-IN" smtClean="0"/>
              <a:t>15-09-2021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F8176-91C8-4178-B73D-18C09B444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1AAE3-19EA-48F6-A139-FA3368E6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5558-F36C-4613-B39F-E49187A5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247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1970A-2B42-4657-8751-D9665AC36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B1054-05AC-43DF-BD1D-B280FC241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E56AE1-DB0B-4039-AA91-019FED9A7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3626C-38F6-48DC-9D1A-91E3F03F5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A092-1A00-4F2D-B76E-07E69286229F}" type="datetimeFigureOut">
              <a:rPr lang="en-IN" smtClean="0"/>
              <a:t>15-09-2021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E0D96-ADD0-4E6E-A1CB-5F5C07109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5421D-91E2-4059-9ACD-D72133FD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5558-F36C-4613-B39F-E49187A5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75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66EFE-2466-4BB3-8A11-1CEEC6AF2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A7849-BFFA-47D2-9678-CD50088AB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78DD9D-74C7-41E6-842E-B577066C2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820785-BB75-4A79-88E6-BCCF90A162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7916D4-7338-4F38-83EE-D3A8DEC5E0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7AD8D6-E464-4502-8BE3-DC6F2973C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A092-1A00-4F2D-B76E-07E69286229F}" type="datetimeFigureOut">
              <a:rPr lang="en-IN" smtClean="0"/>
              <a:t>15-09-2021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11E743-D1CB-43CC-BC55-861D4DCCB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E0E366-633F-4B37-9A56-66BAFF895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5558-F36C-4613-B39F-E49187A5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47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B3E32-50D1-43F1-AE3F-CB4D4211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997FD6-38DE-4D3D-82B1-7DFA03FA3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A092-1A00-4F2D-B76E-07E69286229F}" type="datetimeFigureOut">
              <a:rPr lang="en-IN" smtClean="0"/>
              <a:t>15-09-2021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FD8A6-B4B9-470C-AC37-0A355BF21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1BFC1-6C2F-47B7-9D9B-5FD7B68AC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5558-F36C-4613-B39F-E49187A5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83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9132B4-4500-4D0F-AA00-B8775ED20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A092-1A00-4F2D-B76E-07E69286229F}" type="datetimeFigureOut">
              <a:rPr lang="en-IN" smtClean="0"/>
              <a:t>15-09-2021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D92295-D2A2-4243-A12C-C04E6377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EC15B-6194-45AB-9DD9-CA7B0D5A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5558-F36C-4613-B39F-E49187A5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732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05C1-87C4-4829-8375-4E1DA5C09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06504-1A76-4263-AD0A-4ECCBDADF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0E19D-2F18-430B-8B63-8440C48D6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1B558-C71F-420C-84D2-871B36DA3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A092-1A00-4F2D-B76E-07E69286229F}" type="datetimeFigureOut">
              <a:rPr lang="en-IN" smtClean="0"/>
              <a:t>15-09-2021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3AB26-D622-4614-9625-CA477BB3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A1AF5-773D-4C6C-B203-81205AC39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5558-F36C-4613-B39F-E49187A5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585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2E1FF-0E13-4D8C-9D2E-76AEA101D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BF13E8-54F2-44AF-8CC2-9B8CC1006E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7E9A5F-EFC9-44F4-AEFF-C61372EB7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9282E-A149-4320-827B-8D86C7CB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A092-1A00-4F2D-B76E-07E69286229F}" type="datetimeFigureOut">
              <a:rPr lang="en-IN" smtClean="0"/>
              <a:t>15-09-2021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05689-BB5C-4C87-A13F-34689F83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31E36-3E61-4074-BBA8-A93CF1846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5558-F36C-4613-B39F-E49187A5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57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06E7B-34C8-4D0B-B56B-954CADBF1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EA091-2DD0-419E-822F-D6B9F72A2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8D8BB-A95A-4477-ABE4-8B4593D83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A092-1A00-4F2D-B76E-07E69286229F}" type="datetimeFigureOut">
              <a:rPr lang="en-IN" smtClean="0"/>
              <a:t>15-09-2021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27B0-C651-48D0-9A3F-6D6D57F9B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B9F15-33B9-4552-AAB5-445C3242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5558-F36C-4613-B39F-E49187A5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4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E6C4E8-473C-474A-9004-9BF4D77DF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44D12-28B0-4511-A509-D7DAA896A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FF9E1-3B24-4677-AC50-B22B780FC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AA092-1A00-4F2D-B76E-07E69286229F}" type="datetimeFigureOut">
              <a:rPr lang="en-IN" smtClean="0"/>
              <a:t>15-09-2021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3A47A-0239-4B68-B838-86375861D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5D059-23C0-4307-A8CC-D6366F88F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C5558-F36C-4613-B39F-E49187A5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79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256823-39A1-4F90-9536-EE5E7AD21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1C94E-5E64-4B77-BEB5-87EC57587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1BACE-5284-4943-8E31-E1FDE49CAC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AA092-1A00-4F2D-B76E-07E69286229F}" type="datetimeFigureOut">
              <a:rPr lang="en-IN" smtClean="0"/>
              <a:t>15-09-2021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17AA9-413A-46BC-9900-6307CCD10C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9A153-5C17-4CA8-83CB-854AF0287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C5558-F36C-4613-B39F-E49187A56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447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C2E8B-5D03-499D-8A69-A31175DF37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shkds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A2536-095D-482C-98FB-D193A02B5C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Dux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3707427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shkds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shk</dc:title>
  <dc:creator>Santosh Kumar</dc:creator>
  <cp:lastModifiedBy>Santosh Kumar</cp:lastModifiedBy>
  <cp:revision>2</cp:revision>
  <dcterms:created xsi:type="dcterms:W3CDTF">2021-09-15T08:15:19Z</dcterms:created>
  <dcterms:modified xsi:type="dcterms:W3CDTF">2021-09-15T08:22:59Z</dcterms:modified>
</cp:coreProperties>
</file>